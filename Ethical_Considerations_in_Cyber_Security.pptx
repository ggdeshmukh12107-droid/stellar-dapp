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32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52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4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33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8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7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82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2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22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61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60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96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43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88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1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Ethical Considerations in Cyber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Understanding ethics, responsibilities, and good practices in cyber security</a:t>
            </a:r>
          </a:p>
          <a:p>
            <a:r>
              <a:rPr dirty="0"/>
              <a:t>Prepared by: Gayatri Deshmukh</a:t>
            </a:r>
            <a:endParaRPr lang="en-US" dirty="0"/>
          </a:p>
          <a:p>
            <a:r>
              <a:rPr lang="en-IN" dirty="0"/>
              <a:t>Roll no: BSC24BCT36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Cyber security ethics involve applying moral principles to protect data, systems, and users.</a:t>
            </a:r>
          </a:p>
          <a:p>
            <a:r>
              <a:t>• Professionals must use their technical knowledge responsibly.</a:t>
            </a:r>
          </a:p>
          <a:p>
            <a:r>
              <a:t>• Ethical behavior ensures trust, privacy, and fairness in the digital world.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Importance of Ethics in Cyber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Builds trust between users and organizations.</a:t>
            </a:r>
          </a:p>
          <a:p>
            <a:r>
              <a:t>• Prevents misuse of confidential or personal data.</a:t>
            </a:r>
          </a:p>
          <a:p>
            <a:r>
              <a:t>• Promotes responsible disclosure of vulnerabilities.</a:t>
            </a:r>
          </a:p>
          <a:p>
            <a:r>
              <a:t>• Helps maintain professional integrity and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Ethical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Integrity – Be honest and transparent in all actions.</a:t>
            </a:r>
          </a:p>
          <a:p>
            <a:r>
              <a:t>• Confidentiality – Protect sensitive information.</a:t>
            </a:r>
          </a:p>
          <a:p>
            <a:r>
              <a:t>• Responsibility – Use knowledge for protection, not harm.</a:t>
            </a:r>
          </a:p>
          <a:p>
            <a:r>
              <a:t>• Respect – Respect privacy and intellectual property.</a:t>
            </a:r>
          </a:p>
          <a:p>
            <a:r>
              <a:t>• Accountability – Be answerable for actions and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vs Unethical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Ethical Hacking: Authorized testing to identify and fix security flaws.</a:t>
            </a:r>
          </a:p>
          <a:p>
            <a:r>
              <a:t>• Unethical Hacking: Unauthorized access for personal gain or harm.</a:t>
            </a:r>
          </a:p>
          <a:p>
            <a:r>
              <a:t>• Ethical hackers follow legal and moral boundaries to improve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Codes of 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Follow organizational policies and legal frameworks.</a:t>
            </a:r>
          </a:p>
          <a:p>
            <a:r>
              <a:t>• Adhere to standards like ACM, IEEE, and (ISC)² codes of ethics.</a:t>
            </a:r>
          </a:p>
          <a:p>
            <a:r>
              <a:t>• Always prioritize user safety and data protection.</a:t>
            </a:r>
          </a:p>
          <a:p>
            <a:r>
              <a:t>• Avoid conflicts of interest or misuse of privileges.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Ethical Challenges in Cyber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Balancing security with user privacy.</a:t>
            </a:r>
          </a:p>
          <a:p>
            <a:r>
              <a:t>• Handling sensitive data responsibly.</a:t>
            </a:r>
          </a:p>
          <a:p>
            <a:r>
              <a:t>• Deciding how to disclose discovered vulnerabilities.</a:t>
            </a:r>
          </a:p>
          <a:p>
            <a:r>
              <a:t>• Avoiding bias in AI-based security systems.</a:t>
            </a:r>
          </a:p>
          <a:p>
            <a:r>
              <a:t>• Managing surveillance vs. freedom concerns.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Responsible vulnerability disclosure by ethical hackers.</a:t>
            </a:r>
          </a:p>
          <a:p>
            <a:r>
              <a:t>• Misuse of data by companies (e.g., Cambridge Analytica case).</a:t>
            </a:r>
          </a:p>
          <a:p>
            <a:r>
              <a:t>• Government surveillance and privacy debates.</a:t>
            </a:r>
          </a:p>
          <a:p>
            <a:r>
              <a:t>• Ethical decisions in ransomware incident responses.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Promoting Ethical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Encourage cyber ethics education and training.</a:t>
            </a:r>
          </a:p>
          <a:p>
            <a:r>
              <a:t>• Create clear organizational ethical guidelines.</a:t>
            </a:r>
          </a:p>
          <a:p>
            <a:r>
              <a:t>• Conduct regular audits and compliance checks.</a:t>
            </a:r>
          </a:p>
          <a:p>
            <a:r>
              <a:t>• Promote transparency and responsible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Ethics are the foundation of effective cyber security.</a:t>
            </a:r>
          </a:p>
          <a:p>
            <a:r>
              <a:t>• Every professional must act with honesty and responsibility.</a:t>
            </a:r>
          </a:p>
          <a:p>
            <a:r>
              <a:t>• A strong ethical culture builds a safe and trustworthy cyberspace for all.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396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Ethical Considerations in Cyber Security</vt:lpstr>
      <vt:lpstr>Introduction</vt:lpstr>
      <vt:lpstr>Importance of Ethics in Cyber Security</vt:lpstr>
      <vt:lpstr>Key Ethical Principles</vt:lpstr>
      <vt:lpstr>Ethical vs Unethical Hacking</vt:lpstr>
      <vt:lpstr>Professional Codes of Conduct</vt:lpstr>
      <vt:lpstr>Ethical Challenges in Cyber Security</vt:lpstr>
      <vt:lpstr>Real-World Examples</vt:lpstr>
      <vt:lpstr>Promoting Ethical Practices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ggdeshmukh12107@outlook.com</cp:lastModifiedBy>
  <cp:revision>2</cp:revision>
  <dcterms:created xsi:type="dcterms:W3CDTF">2013-01-27T09:14:16Z</dcterms:created>
  <dcterms:modified xsi:type="dcterms:W3CDTF">2025-11-05T07:55:33Z</dcterms:modified>
  <cp:category/>
</cp:coreProperties>
</file>