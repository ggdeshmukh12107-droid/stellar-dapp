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172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737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23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39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31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9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69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67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97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484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306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53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730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78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012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061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6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 Laws in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 presentation on the importance and scope of cyber laws</a:t>
            </a:r>
          </a:p>
          <a:p>
            <a:r>
              <a:rPr dirty="0"/>
              <a:t>Prepared by: Gayatri Deshmukh</a:t>
            </a:r>
            <a:endParaRPr lang="en-US" dirty="0"/>
          </a:p>
          <a:p>
            <a:r>
              <a:rPr lang="en-IN" dirty="0"/>
              <a:t>Roll no: BSC24BCT36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Cyber laws are the laws that govern the use of the internet, computers, and digital communication.</a:t>
            </a:r>
          </a:p>
          <a:p>
            <a:r>
              <a:t>• They help prevent and punish cybercrimes like hacking, data theft, online fraud, and misuse of personal data.</a:t>
            </a:r>
          </a:p>
          <a:p>
            <a:r>
              <a:t>• In India, these laws are mainly governed by the Information Technology (IT) Act, 2000.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Cyber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Rapid growth of internet and e-commerce.</a:t>
            </a:r>
          </a:p>
          <a:p>
            <a:r>
              <a:t>• Increasing online frauds, hacking, and identity theft.</a:t>
            </a:r>
          </a:p>
          <a:p>
            <a:r>
              <a:t>• Protection of personal and financial data.</a:t>
            </a:r>
          </a:p>
          <a:p>
            <a:r>
              <a:t>• To regulate electronic transactions and contracts.</a:t>
            </a:r>
          </a:p>
          <a:p>
            <a:r>
              <a:t>• Ensure cybersecurity and digital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Information Technology Act, 2000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Enacted on 17th October 2000.</a:t>
            </a:r>
          </a:p>
          <a:p>
            <a:r>
              <a:t>• Provides legal recognition for electronic documents.</a:t>
            </a:r>
          </a:p>
          <a:p>
            <a:r>
              <a:t>• Defines cybercrimes and prescribes penalties.</a:t>
            </a:r>
          </a:p>
          <a:p>
            <a:r>
              <a:t>• Established the office of Controller of Certifying Authorities (CCA).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Provisions of IT Act, 2000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• Section 43 – Penalty for damage to computer systems.</a:t>
            </a:r>
          </a:p>
          <a:p>
            <a:r>
              <a:t>• Section 66 – Punishment for hacking and identity theft.</a:t>
            </a:r>
          </a:p>
          <a:p>
            <a:r>
              <a:t>• Section 67 – Punishment for publishing obscene material online.</a:t>
            </a:r>
          </a:p>
          <a:p>
            <a:r>
              <a:t>• Section 69 – Power to intercept or monitor information.</a:t>
            </a:r>
          </a:p>
          <a:p>
            <a:r>
              <a:t>• Section 72 – Breach of confidentiality and privacy.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(Amendment) Act, 2008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Introduced new offenses such as cyber terrorism, phishing, and identity theft.</a:t>
            </a:r>
          </a:p>
          <a:p>
            <a:r>
              <a:t>• Added Section 66A (later struck down in 2015).</a:t>
            </a:r>
          </a:p>
          <a:p>
            <a:r>
              <a:t>• Strengthened data protection and privacy provisions.</a:t>
            </a:r>
          </a:p>
          <a:p>
            <a:r>
              <a:t>• Gave recognition to electronic signatures.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Cyber Crimes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Hacking and data theft</a:t>
            </a:r>
          </a:p>
          <a:p>
            <a:r>
              <a:t>• Phishing and online frauds</a:t>
            </a:r>
          </a:p>
          <a:p>
            <a:r>
              <a:t>• Cyberbullying and stalking</a:t>
            </a:r>
          </a:p>
          <a:p>
            <a:r>
              <a:t>• Identity theft</a:t>
            </a:r>
          </a:p>
          <a:p>
            <a:r>
              <a:t>• Online defamation and copyright infringement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Crime Penalties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Fine up to ₹1 crore for unauthorized access or data theft.</a:t>
            </a:r>
          </a:p>
          <a:p>
            <a:r>
              <a:t>• Imprisonment up to 3 years for hacking.</a:t>
            </a:r>
          </a:p>
          <a:p>
            <a:r>
              <a:t>• Up to 5 years for publishing obscene content.</a:t>
            </a:r>
          </a:p>
          <a:p>
            <a:r>
              <a:t>• Severe penalties for cyber terrorism and privacy violations.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Law Enforcement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Cyber Crime Investigation Cells under State Police.</a:t>
            </a:r>
          </a:p>
          <a:p>
            <a:r>
              <a:t>• Indian Computer Emergency Response Team (CERT-In).</a:t>
            </a:r>
          </a:p>
          <a:p>
            <a:r>
              <a:t>• Adjudicating Officers and Cyber Appellate Tribunal.</a:t>
            </a:r>
          </a:p>
          <a:p>
            <a:r>
              <a:t>• Collaboration with international agencies for cybercrime prevention.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Cyber laws play a vital role in ensuring digital safety and trust.</a:t>
            </a:r>
          </a:p>
          <a:p>
            <a:r>
              <a:t>• Citizens must be aware of their rights and responsibilities online.</a:t>
            </a:r>
          </a:p>
          <a:p>
            <a:r>
              <a:t>• Strong enforcement and awareness can help build a secure cyberspace for all.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</TotalTime>
  <Words>434</Words>
  <Application>Microsoft Office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Cyber Laws in India</vt:lpstr>
      <vt:lpstr>Introduction</vt:lpstr>
      <vt:lpstr>Need for Cyber Laws</vt:lpstr>
      <vt:lpstr>Information Technology Act, 2000</vt:lpstr>
      <vt:lpstr>Key Provisions of IT Act, 2000</vt:lpstr>
      <vt:lpstr>IT (Amendment) Act, 2008</vt:lpstr>
      <vt:lpstr>Types of Cyber Crimes</vt:lpstr>
      <vt:lpstr>Cyber Crime Penalties</vt:lpstr>
      <vt:lpstr>Cyber Law Enforcement in India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ggdeshmukh12107@outlook.com</cp:lastModifiedBy>
  <cp:revision>2</cp:revision>
  <dcterms:created xsi:type="dcterms:W3CDTF">2013-01-27T09:14:16Z</dcterms:created>
  <dcterms:modified xsi:type="dcterms:W3CDTF">2025-11-05T07:46:04Z</dcterms:modified>
  <cp:category/>
</cp:coreProperties>
</file>